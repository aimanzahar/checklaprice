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690" y="0"/>
            <a:ext cx="18549380" cy="10410839"/>
          </a:xfrm>
          <a:custGeom>
            <a:avLst/>
            <a:gdLst/>
            <a:ahLst/>
            <a:cxnLst/>
            <a:rect r="r" b="b" t="t" l="l"/>
            <a:pathLst>
              <a:path h="10410839" w="18549380">
                <a:moveTo>
                  <a:pt x="0" y="0"/>
                </a:moveTo>
                <a:lnTo>
                  <a:pt x="18549380" y="0"/>
                </a:lnTo>
                <a:lnTo>
                  <a:pt x="18549380" y="10410839"/>
                </a:lnTo>
                <a:lnTo>
                  <a:pt x="0" y="10410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522" y="-237832"/>
            <a:ext cx="19718048" cy="11042107"/>
          </a:xfrm>
          <a:custGeom>
            <a:avLst/>
            <a:gdLst/>
            <a:ahLst/>
            <a:cxnLst/>
            <a:rect r="r" b="b" t="t" l="l"/>
            <a:pathLst>
              <a:path h="11042107" w="19718048">
                <a:moveTo>
                  <a:pt x="0" y="0"/>
                </a:moveTo>
                <a:lnTo>
                  <a:pt x="19718048" y="0"/>
                </a:lnTo>
                <a:lnTo>
                  <a:pt x="19718048" y="11042107"/>
                </a:lnTo>
                <a:lnTo>
                  <a:pt x="0" y="1104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8633" y="5589176"/>
            <a:ext cx="5995391" cy="3798322"/>
          </a:xfrm>
          <a:custGeom>
            <a:avLst/>
            <a:gdLst/>
            <a:ahLst/>
            <a:cxnLst/>
            <a:rect r="r" b="b" t="t" l="l"/>
            <a:pathLst>
              <a:path h="3798322" w="5995391">
                <a:moveTo>
                  <a:pt x="0" y="0"/>
                </a:moveTo>
                <a:lnTo>
                  <a:pt x="5995390" y="0"/>
                </a:lnTo>
                <a:lnTo>
                  <a:pt x="5995390" y="3798322"/>
                </a:lnTo>
                <a:lnTo>
                  <a:pt x="0" y="3798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4037" y="0"/>
            <a:ext cx="18832037" cy="10287000"/>
          </a:xfrm>
          <a:custGeom>
            <a:avLst/>
            <a:gdLst/>
            <a:ahLst/>
            <a:cxnLst/>
            <a:rect r="r" b="b" t="t" l="l"/>
            <a:pathLst>
              <a:path h="10287000" w="18832037">
                <a:moveTo>
                  <a:pt x="0" y="0"/>
                </a:moveTo>
                <a:lnTo>
                  <a:pt x="18832037" y="0"/>
                </a:lnTo>
                <a:lnTo>
                  <a:pt x="1883203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18420"/>
          </a:xfrm>
          <a:custGeom>
            <a:avLst/>
            <a:gdLst/>
            <a:ahLst/>
            <a:cxnLst/>
            <a:rect r="r" b="b" t="t" l="l"/>
            <a:pathLst>
              <a:path h="10218420" w="18288000">
                <a:moveTo>
                  <a:pt x="0" y="0"/>
                </a:moveTo>
                <a:lnTo>
                  <a:pt x="18288000" y="0"/>
                </a:lnTo>
                <a:lnTo>
                  <a:pt x="18288000" y="10218420"/>
                </a:lnTo>
                <a:lnTo>
                  <a:pt x="0" y="1021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34097" cy="10448597"/>
          </a:xfrm>
          <a:custGeom>
            <a:avLst/>
            <a:gdLst/>
            <a:ahLst/>
            <a:cxnLst/>
            <a:rect r="r" b="b" t="t" l="l"/>
            <a:pathLst>
              <a:path h="10448597" w="18534097">
                <a:moveTo>
                  <a:pt x="0" y="0"/>
                </a:moveTo>
                <a:lnTo>
                  <a:pt x="18534097" y="0"/>
                </a:lnTo>
                <a:lnTo>
                  <a:pt x="18534097" y="10448597"/>
                </a:lnTo>
                <a:lnTo>
                  <a:pt x="0" y="10448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DAG6uygklMM</dc:identifier>
  <dcterms:modified xsi:type="dcterms:W3CDTF">2011-08-01T06:04:30Z</dcterms:modified>
  <cp:revision>1</cp:revision>
  <dc:title>CheckLaPricce</dc:title>
</cp:coreProperties>
</file>